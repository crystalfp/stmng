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91" d="100"/>
          <a:sy n="91" d="100"/>
        </p:scale>
        <p:origin x="54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13/06/2025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424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13/06/2025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477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13/06/2025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4617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13/06/2025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7273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13/06/2025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737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13/06/2025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2363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13/06/2025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009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13/06/2025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5004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13/06/2025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0331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13/06/2025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4193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13/06/2025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4600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10EE4-E109-4AA8-B587-926068168109}" type="datetimeFigureOut">
              <a:rPr lang="it-IT" smtClean="0"/>
              <a:t>13/06/2025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098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3C793A-8572-3792-3A59-012C905A2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BDD069-BE38-7835-5BEF-55142647A2F1}"/>
              </a:ext>
            </a:extLst>
          </p:cNvPr>
          <p:cNvSpPr/>
          <p:nvPr/>
        </p:nvSpPr>
        <p:spPr>
          <a:xfrm>
            <a:off x="8325853" y="5148921"/>
            <a:ext cx="3648078" cy="1455174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8000" rtlCol="0" anchor="ctr"/>
          <a:lstStyle/>
          <a:p>
            <a:pPr algn="ctr"/>
            <a:r>
              <a:rPr lang="it-IT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STMng</a:t>
            </a:r>
          </a:p>
        </p:txBody>
      </p:sp>
    </p:spTree>
    <p:extLst>
      <p:ext uri="{BB962C8B-B14F-4D97-AF65-F5344CB8AC3E}">
        <p14:creationId xmlns:p14="http://schemas.microsoft.com/office/powerpoint/2010/main" val="3183065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computer screen shot of a computer">
            <a:extLst>
              <a:ext uri="{FF2B5EF4-FFF2-40B4-BE49-F238E27FC236}">
                <a16:creationId xmlns:a16="http://schemas.microsoft.com/office/drawing/2014/main" id="{7144C5B5-9393-575E-B726-FD4C68C05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68CC9A-697D-4943-BCC3-5C81036620D2}"/>
              </a:ext>
            </a:extLst>
          </p:cNvPr>
          <p:cNvSpPr txBox="1"/>
          <p:nvPr/>
        </p:nvSpPr>
        <p:spPr>
          <a:xfrm>
            <a:off x="3298005" y="380144"/>
            <a:ext cx="2680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Node selector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25ECBF-18C8-FAFB-FF94-0C902A4A04C9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2024009" y="422184"/>
            <a:ext cx="1273996" cy="2503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3C8754D-462F-060F-0AD5-B96D86FDE0F6}"/>
              </a:ext>
            </a:extLst>
          </p:cNvPr>
          <p:cNvSpPr txBox="1"/>
          <p:nvPr/>
        </p:nvSpPr>
        <p:spPr>
          <a:xfrm>
            <a:off x="3390473" y="5287058"/>
            <a:ext cx="16209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Manage</a:t>
            </a:r>
            <a:br>
              <a:rPr lang="en-US" sz="3200" dirty="0">
                <a:solidFill>
                  <a:srgbClr val="FF0000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camera</a:t>
            </a:r>
            <a:br>
              <a:rPr lang="en-US" sz="3200" dirty="0">
                <a:solidFill>
                  <a:srgbClr val="FF0000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position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3BD93F-7ECD-F17D-D841-911A36912A66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808252" y="6071888"/>
            <a:ext cx="1582221" cy="6416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1F89045-265B-F855-F354-EF0C25CF827A}"/>
              </a:ext>
            </a:extLst>
          </p:cNvPr>
          <p:cNvSpPr txBox="1"/>
          <p:nvPr/>
        </p:nvSpPr>
        <p:spPr>
          <a:xfrm>
            <a:off x="3390473" y="4393703"/>
            <a:ext cx="1322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Gutter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E96B905-9F52-17B9-E0E6-8522990D327F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2666144" y="4686091"/>
            <a:ext cx="724329" cy="47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2AF29EC-F7FE-4CEB-C2EA-18BC9EE1E91F}"/>
              </a:ext>
            </a:extLst>
          </p:cNvPr>
          <p:cNvSpPr txBox="1"/>
          <p:nvPr/>
        </p:nvSpPr>
        <p:spPr>
          <a:xfrm>
            <a:off x="3197203" y="1748287"/>
            <a:ext cx="252582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Current node</a:t>
            </a:r>
            <a:br>
              <a:rPr lang="en-US" sz="3200" dirty="0">
                <a:solidFill>
                  <a:srgbClr val="FF0000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parameters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9D18A4-AE08-55D7-011E-E2C7D0C33C43}"/>
              </a:ext>
            </a:extLst>
          </p:cNvPr>
          <p:cNvSpPr txBox="1"/>
          <p:nvPr/>
        </p:nvSpPr>
        <p:spPr>
          <a:xfrm>
            <a:off x="6584211" y="446258"/>
            <a:ext cx="28776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Current project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99EC29C-53F2-8706-699C-0593174EC458}"/>
              </a:ext>
            </a:extLst>
          </p:cNvPr>
          <p:cNvCxnSpPr>
            <a:cxnSpLocks/>
          </p:cNvCxnSpPr>
          <p:nvPr/>
        </p:nvCxnSpPr>
        <p:spPr>
          <a:xfrm flipH="1" flipV="1">
            <a:off x="7027524" y="102741"/>
            <a:ext cx="371759" cy="4446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FC2BF58-AA65-3383-9245-46365AE45D60}"/>
              </a:ext>
            </a:extLst>
          </p:cNvPr>
          <p:cNvSpPr txBox="1"/>
          <p:nvPr/>
        </p:nvSpPr>
        <p:spPr>
          <a:xfrm>
            <a:off x="10067907" y="953791"/>
            <a:ext cx="19707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3D Viewer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1A4EC3-28D7-D633-D1F8-341585A3927D}"/>
              </a:ext>
            </a:extLst>
          </p:cNvPr>
          <p:cNvSpPr txBox="1"/>
          <p:nvPr/>
        </p:nvSpPr>
        <p:spPr>
          <a:xfrm>
            <a:off x="7493985" y="5406001"/>
            <a:ext cx="2370970" cy="1077218"/>
          </a:xfrm>
          <a:prstGeom prst="rect">
            <a:avLst/>
          </a:prstGeom>
          <a:solidFill>
            <a:srgbClr val="121212">
              <a:alpha val="5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A secondary</a:t>
            </a:r>
            <a:br>
              <a:rPr lang="en-US" sz="3200" dirty="0">
                <a:solidFill>
                  <a:srgbClr val="FF0000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window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BC8AEE3-6740-38F5-E24C-365736502DCD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1734207" y="1422692"/>
            <a:ext cx="1462996" cy="864204"/>
          </a:xfrm>
          <a:prstGeom prst="straightConnector1">
            <a:avLst/>
          </a:prstGeom>
          <a:ln w="38100">
            <a:solidFill>
              <a:srgbClr val="FF0000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983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</TotalTime>
  <Words>21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Arial Rounded MT 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Valle</dc:creator>
  <cp:lastModifiedBy>Mario Valle</cp:lastModifiedBy>
  <cp:revision>3</cp:revision>
  <dcterms:created xsi:type="dcterms:W3CDTF">2025-06-05T04:50:52Z</dcterms:created>
  <dcterms:modified xsi:type="dcterms:W3CDTF">2025-06-13T06:23:32Z</dcterms:modified>
</cp:coreProperties>
</file>