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99" d="100"/>
          <a:sy n="99" d="100"/>
        </p:scale>
        <p:origin x="22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10EE4-E109-4AA8-B587-926068168109}" type="datetimeFigureOut">
              <a:rPr lang="it-IT" smtClean="0"/>
              <a:t>05/06/2025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F6C2-AEE7-41FF-930E-0017BCDF6DA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4247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10EE4-E109-4AA8-B587-926068168109}" type="datetimeFigureOut">
              <a:rPr lang="it-IT" smtClean="0"/>
              <a:t>05/06/2025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F6C2-AEE7-41FF-930E-0017BCDF6DA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4772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10EE4-E109-4AA8-B587-926068168109}" type="datetimeFigureOut">
              <a:rPr lang="it-IT" smtClean="0"/>
              <a:t>05/06/2025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F6C2-AEE7-41FF-930E-0017BCDF6DA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04617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10EE4-E109-4AA8-B587-926068168109}" type="datetimeFigureOut">
              <a:rPr lang="it-IT" smtClean="0"/>
              <a:t>05/06/2025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F6C2-AEE7-41FF-930E-0017BCDF6DA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07273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10EE4-E109-4AA8-B587-926068168109}" type="datetimeFigureOut">
              <a:rPr lang="it-IT" smtClean="0"/>
              <a:t>05/06/2025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F6C2-AEE7-41FF-930E-0017BCDF6DA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737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10EE4-E109-4AA8-B587-926068168109}" type="datetimeFigureOut">
              <a:rPr lang="it-IT" smtClean="0"/>
              <a:t>05/06/2025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F6C2-AEE7-41FF-930E-0017BCDF6DA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92363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10EE4-E109-4AA8-B587-926068168109}" type="datetimeFigureOut">
              <a:rPr lang="it-IT" smtClean="0"/>
              <a:t>05/06/2025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F6C2-AEE7-41FF-930E-0017BCDF6DA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0095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10EE4-E109-4AA8-B587-926068168109}" type="datetimeFigureOut">
              <a:rPr lang="it-IT" smtClean="0"/>
              <a:t>05/06/2025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F6C2-AEE7-41FF-930E-0017BCDF6DA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05004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10EE4-E109-4AA8-B587-926068168109}" type="datetimeFigureOut">
              <a:rPr lang="it-IT" smtClean="0"/>
              <a:t>05/06/2025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F6C2-AEE7-41FF-930E-0017BCDF6DA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20331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10EE4-E109-4AA8-B587-926068168109}" type="datetimeFigureOut">
              <a:rPr lang="it-IT" smtClean="0"/>
              <a:t>05/06/2025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F6C2-AEE7-41FF-930E-0017BCDF6DA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44193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10EE4-E109-4AA8-B587-926068168109}" type="datetimeFigureOut">
              <a:rPr lang="it-IT" smtClean="0"/>
              <a:t>05/06/2025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F6C2-AEE7-41FF-930E-0017BCDF6DA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24600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C10EE4-E109-4AA8-B587-926068168109}" type="datetimeFigureOut">
              <a:rPr lang="it-IT" smtClean="0"/>
              <a:t>05/06/2025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59F6C2-AEE7-41FF-930E-0017BCDF6DA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60980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6BAAA-EC06-891D-93EB-36F56FF7C0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71562B-DBA3-39E8-E50D-681217D2DB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9472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screen shot of a molecule&#10;&#10;AI-generated content may be incorrect.">
            <a:extLst>
              <a:ext uri="{FF2B5EF4-FFF2-40B4-BE49-F238E27FC236}">
                <a16:creationId xmlns:a16="http://schemas.microsoft.com/office/drawing/2014/main" id="{FDA570D8-64B2-B7E8-2754-B4AB182E28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4BDD069-BE38-7835-5BEF-55142647A2F1}"/>
              </a:ext>
            </a:extLst>
          </p:cNvPr>
          <p:cNvSpPr/>
          <p:nvPr/>
        </p:nvSpPr>
        <p:spPr>
          <a:xfrm>
            <a:off x="8325853" y="5292757"/>
            <a:ext cx="3648078" cy="1455174"/>
          </a:xfrm>
          <a:prstGeom prst="roundRect">
            <a:avLst/>
          </a:prstGeom>
          <a:solidFill>
            <a:srgbClr val="FF0000"/>
          </a:solidFill>
          <a:ln>
            <a:noFill/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08000" rtlCol="0" anchor="ctr"/>
          <a:lstStyle/>
          <a:p>
            <a:pPr algn="ctr"/>
            <a:r>
              <a:rPr lang="it-IT" sz="7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STMng</a:t>
            </a:r>
          </a:p>
        </p:txBody>
      </p:sp>
    </p:spTree>
    <p:extLst>
      <p:ext uri="{BB962C8B-B14F-4D97-AF65-F5344CB8AC3E}">
        <p14:creationId xmlns:p14="http://schemas.microsoft.com/office/powerpoint/2010/main" val="3183065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 screen shot of a molecule&#10;&#10;AI-generated content may be incorrect.">
            <a:extLst>
              <a:ext uri="{FF2B5EF4-FFF2-40B4-BE49-F238E27FC236}">
                <a16:creationId xmlns:a16="http://schemas.microsoft.com/office/drawing/2014/main" id="{54F441CE-AF88-B78E-60C2-7777EDB100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971550"/>
            <a:ext cx="9144000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491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169</TotalTime>
  <Words>1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Arial Rounded MT Bold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Mario Valle</dc:creator>
  <cp:lastModifiedBy>Mario Valle</cp:lastModifiedBy>
  <cp:revision>1</cp:revision>
  <dcterms:created xsi:type="dcterms:W3CDTF">2025-06-05T04:50:52Z</dcterms:created>
  <dcterms:modified xsi:type="dcterms:W3CDTF">2025-06-05T07:40:30Z</dcterms:modified>
</cp:coreProperties>
</file>